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FE1FC-95C3-4E49-A4E3-31FAF8D256CB}" v="3" dt="2026-05-20T15:58:07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45103" y="2243859"/>
            <a:ext cx="666842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64E1B"/>
                </a:solidFill>
              </a:defRPr>
            </a:pPr>
            <a:r>
              <a:rPr dirty="0" err="1"/>
              <a:t>SportMate_ArhamMohamed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528574" y="2899028"/>
            <a:ext cx="590148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6B7280"/>
                </a:solidFill>
              </a:defRPr>
            </a:pPr>
            <a:r>
              <a:rPr dirty="0"/>
              <a:t>Application mobile de gestion des </a:t>
            </a:r>
            <a:r>
              <a:rPr dirty="0" err="1"/>
              <a:t>activités</a:t>
            </a:r>
            <a:r>
              <a:rPr dirty="0"/>
              <a:t> </a:t>
            </a:r>
            <a:r>
              <a:rPr dirty="0" err="1"/>
              <a:t>sportives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68680" y="388620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02336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Réalisé par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Mohamed Arham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4IIR – Groupe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4800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Technologies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3484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Android Java • Node.js • MongoDB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Firebase • Retrofit • Gemini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4E0107-58A9-EFB8-9375-7ED2C24CF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967" y="253984"/>
            <a:ext cx="3361905" cy="1161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Plan de la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</a:defRPr>
            </a:pPr>
            <a:r>
              <a:t>Contexte et problématique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</a:defRPr>
            </a:pPr>
            <a:r>
              <a:t>Objectifs du projet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</a:defRPr>
            </a:pPr>
            <a:r>
              <a:t>Architecture et technologies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</a:defRPr>
            </a:pPr>
            <a:r>
              <a:t>Réalisation de l’application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</a:defRPr>
            </a:pPr>
            <a:r>
              <a:t>Backend, MongoDB et Firebase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</a:defRPr>
            </a:pPr>
            <a:r>
              <a:t>Intelligence artificielle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</a:defRPr>
            </a:pPr>
            <a:r>
              <a:t>Tests, difficultés et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Contexte et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Difficulté à trouver rapidement des événements sportifs ou des partenaires.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Informations dispersées entre messages, groupes et réseaux sociaux.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Besoin d’une application mobile centralisée et simple à utiliser.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SportMate propose une solution connectée, moderne et interactive.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3150108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Exemple photo : Home / Find 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3</a:t>
            </a:r>
          </a:p>
        </p:txBody>
      </p:sp>
      <p:pic>
        <p:nvPicPr>
          <p:cNvPr id="10" name="Image 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92F012C-759B-C6D4-9AD4-5709444D6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" r="-7858" b="-284"/>
          <a:stretch>
            <a:fillRect/>
          </a:stretch>
        </p:blipFill>
        <p:spPr>
          <a:xfrm>
            <a:off x="7364818" y="587699"/>
            <a:ext cx="3618261" cy="54803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Objectifs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0434" y="1143000"/>
            <a:ext cx="3508337" cy="1811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280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Objectif général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Développer une application Android pour organiser et rejoindre des activités sportives.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474720" cy="1811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280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Fonctionnalités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6916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Créer un compte et se connecter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Créer / consulter des événements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Rejoindre des activités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Consulter My Activities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20588"/>
            <a:ext cx="3541955" cy="1822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Fonctions avancées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GPS et Google Maps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QR Code Scanner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Voice Search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AI Chat et recommandations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Architecture générale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011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Application Android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01168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29000" y="2148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Retrofit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5233" y="2011680"/>
            <a:ext cx="241877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66360" y="21488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Backend Node.js / Express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01168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2148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201168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21240" y="2148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Firebase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88920" y="2267712"/>
            <a:ext cx="411480" cy="274320"/>
          </a:xfrm>
          <a:prstGeom prst="rightArrow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617720" y="2267712"/>
            <a:ext cx="411480" cy="274320"/>
          </a:xfrm>
          <a:prstGeom prst="rightArrow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452360" y="2267712"/>
            <a:ext cx="411480" cy="274320"/>
          </a:xfrm>
          <a:prstGeom prst="rightArrow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9326880" y="2267712"/>
            <a:ext cx="411480" cy="274320"/>
          </a:xfrm>
          <a:prstGeom prst="rightArrow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Architecture client–serveur.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MongoDB est la base principale.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Firebase est un service complémentaire pour les logs et sauvegardes légères.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Gemini AI est consommé via le backend.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0743" y="1097280"/>
            <a:ext cx="3667012" cy="22281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Android Studio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Java / XML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Retrofit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GPS / Maps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QR Scanner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97280"/>
            <a:ext cx="3566160" cy="22281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2344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645919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Node.js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Express.js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REST API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Mongoose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Gemini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097280"/>
            <a:ext cx="3599777" cy="22281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19" y="12344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1645919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MongoDB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Firebase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Cloud Firestore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FirebaseLogger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Logs utilisateur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Authentification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Création de compte via /api/auth/register.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Connexion via /api/auth/login.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Les comptes sont stockés dans MongoDB.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Firebase enregistre aussi les actions register et login dans Cloud Firestore.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pic>
        <p:nvPicPr>
          <p:cNvPr id="11" name="Image 10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EC3B313C-CE02-5921-8EB0-70A4A3675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13" r="1060" b="16071"/>
          <a:stretch>
            <a:fillRect/>
          </a:stretch>
        </p:blipFill>
        <p:spPr>
          <a:xfrm>
            <a:off x="6485618" y="1388148"/>
            <a:ext cx="2627414" cy="3911577"/>
          </a:xfrm>
          <a:prstGeom prst="rect">
            <a:avLst/>
          </a:prstGeom>
        </p:spPr>
      </p:pic>
      <p:pic>
        <p:nvPicPr>
          <p:cNvPr id="12" name="Image 11" descr="Une image contenant texte, Appareils électroniques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C178AE7E-0073-EC0D-45E1-6396FFC188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1" t="4412" r="420" b="10049"/>
          <a:stretch>
            <a:fillRect/>
          </a:stretch>
        </p:blipFill>
        <p:spPr>
          <a:xfrm>
            <a:off x="8995739" y="1387288"/>
            <a:ext cx="2616279" cy="3910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Écran principal :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Tableau de bord principal de l’application.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Quick Actions : Find Match, Create Event, Nearby Fields, My Activities.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Smart Tools : QR Scanner, AI Recommendations, AI Chat Assistant.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Firebase enregistre l’action open_home.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2EDAF92-B1E7-DD3B-97E3-79B0DA159C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13" t="-1471" r="1767" b="1470"/>
          <a:stretch>
            <a:fillRect/>
          </a:stretch>
        </p:blipFill>
        <p:spPr>
          <a:xfrm>
            <a:off x="7327051" y="1187823"/>
            <a:ext cx="3152079" cy="4773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Gestion des événements sportifs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6463" y="1097280"/>
            <a:ext cx="3508337" cy="16557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2344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Find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45919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Liste des événements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Sport, lieu, date, niveau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GET /api/events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97280"/>
            <a:ext cx="3474720" cy="16557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2344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Create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645919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Création d’un match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Formulaire complet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POST /api/events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41955" cy="16557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2344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My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19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Événements rejoints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Statut Joined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Suivi des participations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Fonctionnalités mobiles avancées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GPS Location : récupération de la position actuelle.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Google Maps : affichage des terrains et navigation.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QR Code Scanner : accès rapide à un événement.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Voice Search : recherche d’événements par la voix.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960120"/>
            <a:ext cx="233172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2967228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Photo : QR / Voice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10</a:t>
            </a:r>
          </a:p>
        </p:txBody>
      </p:sp>
      <p:pic>
        <p:nvPicPr>
          <p:cNvPr id="11" name="Image 10" descr="Une image contenant texte, Appareils électroniques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86D67FDC-EAB3-41E9-B4E3-990C2D4C56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 t="4739" r="2473" b="8170"/>
          <a:stretch>
            <a:fillRect/>
          </a:stretch>
        </p:blipFill>
        <p:spPr>
          <a:xfrm>
            <a:off x="8963966" y="815787"/>
            <a:ext cx="3079191" cy="4672877"/>
          </a:xfrm>
          <a:prstGeom prst="rect">
            <a:avLst/>
          </a:prstGeom>
        </p:spPr>
      </p:pic>
      <p:pic>
        <p:nvPicPr>
          <p:cNvPr id="12" name="Image 11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D6D45D36-43DB-E407-6F51-9921F126F9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86" r="1164" b="6536"/>
          <a:stretch>
            <a:fillRect/>
          </a:stretch>
        </p:blipFill>
        <p:spPr>
          <a:xfrm>
            <a:off x="5836668" y="816684"/>
            <a:ext cx="3126427" cy="46764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Intelligence artificielle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AI Chat Assistant : réponses automatiques via Gemini API.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Réponses en français, anglais et darija.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AI Recommendations : suggestions selon sport, niveau et localisation.</a:t>
            </a:r>
          </a:p>
          <a:p>
            <a:pPr>
              <a:spcAft>
                <a:spcPts val="800"/>
              </a:spcAft>
              <a:defRPr sz="1650">
                <a:solidFill>
                  <a:srgbClr val="1F2937"/>
                </a:solidFill>
              </a:defRPr>
            </a:pPr>
            <a:r>
              <a:t>Les conversations peuvent être stockées côté backend.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11</a:t>
            </a:r>
          </a:p>
        </p:txBody>
      </p:sp>
      <p:pic>
        <p:nvPicPr>
          <p:cNvPr id="9" name="Image 8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A347EEFD-3A23-54F8-E02D-7BADA73C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1" r="353" b="6291"/>
          <a:stretch>
            <a:fillRect/>
          </a:stretch>
        </p:blipFill>
        <p:spPr>
          <a:xfrm>
            <a:off x="7483933" y="928045"/>
            <a:ext cx="3342577" cy="4859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Intégration Firebase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Firebase est ajouté comme service complémentaire.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Cloud Firestore stocke des logs simples : register, login, open_home.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MongoDB reste la base de données principale.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FirebaseLogger enregistre les actions utilisateur sans modifier le backend principal.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Backend et API REST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0743" y="1051560"/>
            <a:ext cx="3667012" cy="15670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8871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Authentification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POST /api/auth/register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POST /api/auth/login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566160" cy="15670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18871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Événements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GET /api/events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POST /api/events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POST /api/events/:id/join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GET /api/activities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051560"/>
            <a:ext cx="3599777" cy="15670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19" y="118871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6623"/>
                </a:solidFill>
              </a:defRPr>
            </a:pPr>
            <a:r>
              <a:t>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16002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GET /api/recommendations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POST /api/chat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GET /api/conversations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</a:defRPr>
            </a:pPr>
            <a:r>
              <a:t>GET /api/chat/history/:id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Tests 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Register/Login avec MongoDB.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Création et affichage des événements.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Tests GPS, Maps, QR Scanner et Voice Search.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Tests AI Chat en plusieurs langues.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Vérification Firestore : sportmate_users_backup et sportmate_app_actions.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Difficultés rencontrées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Connexion Android ↔ backend selon l’adresse IP et le réseau.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Blocage de certains réseaux Wi-Fi entre téléphone et PC.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Intégration de Firebase sans remplacer le backend existant.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Correction du problème No response dans AI Chat.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Configuration de Gemini API et gestion multilingue.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4E1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SportMate facilite l’organisation et la gestion des activités sportives.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Le projet combine Android, Node.js, MongoDB, Firebase et Gemini AI.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Firebase complète le backend principal avec un suivi léger des actions utilisateur.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Perspectives : notifications, messagerie, réservation des terrains sportifs.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48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64E1B"/>
                </a:solidFill>
              </a:defRPr>
            </a:pPr>
            <a:r>
              <a:t>Merci pour votre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0B6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6568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SportMate_ArhamMohamed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568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2933B97A25046A317EF4C000EA59E" ma:contentTypeVersion="5" ma:contentTypeDescription="Crée un document." ma:contentTypeScope="" ma:versionID="be371bf32046da69e7a65112984b6c53">
  <xsd:schema xmlns:xsd="http://www.w3.org/2001/XMLSchema" xmlns:xs="http://www.w3.org/2001/XMLSchema" xmlns:p="http://schemas.microsoft.com/office/2006/metadata/properties" xmlns:ns3="a36246e0-aa75-4867-8c14-bfcfa8987979" targetNamespace="http://schemas.microsoft.com/office/2006/metadata/properties" ma:root="true" ma:fieldsID="9218e83a72e4cafedc115104608d4f50" ns3:_="">
    <xsd:import namespace="a36246e0-aa75-4867-8c14-bfcfa89879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6246e0-aa75-4867-8c14-bfcfa8987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6246e0-aa75-4867-8c14-bfcfa8987979" xsi:nil="true"/>
  </documentManagement>
</p:properties>
</file>

<file path=customXml/itemProps1.xml><?xml version="1.0" encoding="utf-8"?>
<ds:datastoreItem xmlns:ds="http://schemas.openxmlformats.org/officeDocument/2006/customXml" ds:itemID="{0D0540F9-A5EA-4531-9963-0F4A4A44A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6246e0-aa75-4867-8c14-bfcfa89879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CAC6F1-2503-4748-9B45-D68C37D5F9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05E35C-7045-49EC-888B-A68B2A2E42D5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a36246e0-aa75-4867-8c14-bfcfa898797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785</Words>
  <Application>Microsoft Office PowerPoint</Application>
  <PresentationFormat>Widescreen</PresentationFormat>
  <Paragraphs>169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Mohamed Arham</cp:lastModifiedBy>
  <cp:revision>95</cp:revision>
  <dcterms:created xsi:type="dcterms:W3CDTF">2013-01-27T09:14:16Z</dcterms:created>
  <dcterms:modified xsi:type="dcterms:W3CDTF">2026-05-20T15:58:07Z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0x010100AAA2933B97A25046A317EF4C000EA59E</vt:lpwstr>
  </property>
</Properties>
</file>